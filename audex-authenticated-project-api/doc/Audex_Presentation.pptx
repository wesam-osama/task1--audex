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AUDEX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Project API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1463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  •  Role-based project access  •  Verified with Jest &amp; Postman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RESTful backend API that provides secure user authentication and role-based project management. A JWT stored in an httpOnly cookie identifies each request, and project data is automatically scoped to the caller's role.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1729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via httpOnly cookies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7581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role-based access (Admin/Manager/User)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153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087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Admin-controlled role assignment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6725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445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validation + centralized error handling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5120640" cy="5029200"/>
          </a:xfrm>
          <a:prstGeom prst="roundRect">
            <a:avLst>
              <a:gd name="adj" fmla="val 2182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2350008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4643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4643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2848356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962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962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3346704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4610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4610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3845052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3959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(httpOnly cookie)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66560" y="4343400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44577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44577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66560" y="4841748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4956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66560" y="5340096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0" y="54543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49640" y="54543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ts-jest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766560" y="5838444"/>
            <a:ext cx="457200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Audex — Authenticated Project API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 issued on login and stored in an httpOnly cookie — never exposed to client-side scripts.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37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Request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email &amp; password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3337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checked via bcryptjs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52160" y="246888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80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53328" y="3337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JWT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053328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signed with user id &amp; role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246888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8732520" y="2697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32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705088" y="3337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Cookie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705088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httpOnly, secure, sameSite cookie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046988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617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 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 Authorization header — the httpOnly cookie authenticates every request automatically.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Audex — Authenticated Project 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 returns role-appropriate data — verified in code, Postman, and automated tests.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246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4892040"/>
            <a:ext cx="233172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029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196596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9659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3B4A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423160"/>
            <a:ext cx="3246120" cy="457200"/>
          </a:xfrm>
          <a:prstGeom prst="rect">
            <a:avLst/>
          </a:prstGeom>
          <a:solidFill>
            <a:srgbClr val="3B4A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4297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+ team's projects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17720" y="4892040"/>
            <a:ext cx="233172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5029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0" y="196596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9659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5C6BC0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2423160"/>
            <a:ext cx="3246120" cy="45720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297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 only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0" y="4892040"/>
            <a:ext cx="233172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029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Audex — Authenticated Project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Management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promote or change any user's role through a dedicated, protected endpoint.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/api/users/:id/role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"role": "MANAGER" 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User schema's role enum — any other value is rejected.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691640"/>
            <a:ext cx="5806440" cy="425196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By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606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551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auth.middleware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valid JWT cookie is present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role.middleware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caller's role is ADMIN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343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288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user.controller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update with schema validation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257800"/>
            <a:ext cx="51663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 callers →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Audex — Authenticated Project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confirmed through automated tests and manual API verification.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F24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Jest — Automated Testing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F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src/modules/project/project.test.ts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F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Role Access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F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should allow ADMIN to access all projects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F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Suites: 1 passed, 1 total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F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       1 passed, 1 total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2A31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7091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logic passes automated coverage.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737360"/>
            <a:ext cx="5806440" cy="420624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 — API Verification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56032" cy="25603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258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258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61320" y="2258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670048"/>
            <a:ext cx="521208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999232"/>
            <a:ext cx="256032" cy="25603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 — count: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2926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337560"/>
            <a:ext cx="521208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666744"/>
            <a:ext cx="256032" cy="25603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2648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593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 — count: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561320" y="35935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4005072"/>
            <a:ext cx="521208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334256"/>
            <a:ext cx="256032" cy="25603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2648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42611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4261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/api/projects — own + team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561320" y="42611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4672584"/>
            <a:ext cx="521208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5001768"/>
            <a:ext cx="256032" cy="25603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26480" y="5001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4928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Update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49286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/api/users/:id/role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561320" y="4928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5340096"/>
            <a:ext cx="5212080" cy="0"/>
          </a:xfrm>
          <a:prstGeom prst="line">
            <a:avLst/>
          </a:prstGeom>
          <a:noFill/>
          <a:ln w="9525">
            <a:solidFill>
              <a:srgbClr val="DCE1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Audex — Authenticated Project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End-to-End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confirm the API behaves exactly as specified.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273580"/>
          </a:solidFill>
          <a:ln/>
        </p:spPr>
      </p:sp>
      <p:sp>
        <p:nvSpPr>
          <p:cNvPr id="6" name="Shape 4"/>
          <p:cNvSpPr/>
          <p:nvPr/>
        </p:nvSpPr>
        <p:spPr>
          <a:xfrm>
            <a:off x="2125980" y="2743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259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160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3-tier RBAC,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admin-controlled role assignment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27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5737860" y="2743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378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160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role-scoped projects, and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update endpoint verified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27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349740" y="2743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497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160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coverage for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logic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Audex — Authenticated Project 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2026-09-20T21:28:49Z</dcterms:created>
  <dcterms:modified xsi:type="dcterms:W3CDTF">2026-09-20T21:28:49Z</dcterms:modified>
</cp:coreProperties>
</file>